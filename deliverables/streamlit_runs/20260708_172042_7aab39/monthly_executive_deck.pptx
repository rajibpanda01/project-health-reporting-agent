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4b0a9d8db48af" /><Relationship Type="http://schemas.openxmlformats.org/officeDocument/2006/relationships/extended-properties" Target="/docProps/app.xml" Id="R709a5ad5bcfa4109" /><Relationship Type="http://schemas.openxmlformats.org/officeDocument/2006/relationships/officeDocument" Target="/ppt/presentation.xml" Id="R875b081397f9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b6f1c01a08433f"/>
  </p:sldMasterIdLst>
  <p:notesMasterIdLst>
    <p:notesMasterId xmlns:r="http://schemas.openxmlformats.org/officeDocument/2006/relationships" r:id="R94a2d858d6944108"/>
  </p:notesMasterIdLst>
  <p:sldIdLst>
    <p:sldId xmlns:r="http://schemas.openxmlformats.org/officeDocument/2006/relationships" id="256" r:id="R865813010ab24617"/>
    <p:sldId xmlns:r="http://schemas.openxmlformats.org/officeDocument/2006/relationships" id="257" r:id="R7c4d163f30d9487d"/>
    <p:sldId xmlns:r="http://schemas.openxmlformats.org/officeDocument/2006/relationships" id="258" r:id="R191c1be96f794cb7"/>
    <p:sldId xmlns:r="http://schemas.openxmlformats.org/officeDocument/2006/relationships" id="259" r:id="R6f3b00ddb00f4bee"/>
    <p:sldId xmlns:r="http://schemas.openxmlformats.org/officeDocument/2006/relationships" id="260" r:id="Rea02994f6be44fbe"/>
    <p:sldId xmlns:r="http://schemas.openxmlformats.org/officeDocument/2006/relationships" id="261" r:id="Rcbcd82ed3dae43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8483f26d04c3f" /><Relationship Type="http://schemas.openxmlformats.org/officeDocument/2006/relationships/slideMaster" Target="/ppt/slideMasters/slideMaster1.xml" Id="R7bb6f1c01a08433f" /><Relationship Type="http://schemas.openxmlformats.org/officeDocument/2006/relationships/notesMaster" Target="/ppt/notesMasters/notesMaster1.xml" Id="R94a2d858d6944108" /><Relationship Type="http://schemas.openxmlformats.org/officeDocument/2006/relationships/presProps" Target="/ppt/presProps.xml" Id="Rb3579b408cda4c43" /><Relationship Type="http://schemas.openxmlformats.org/officeDocument/2006/relationships/tableStyles" Target="/ppt/tableStyles.xml" Id="R24ecd9c2656c40ea" /><Relationship Type="http://schemas.openxmlformats.org/officeDocument/2006/relationships/slide" Target="/ppt/slides/slide1.xml" Id="R865813010ab24617" /><Relationship Type="http://schemas.openxmlformats.org/officeDocument/2006/relationships/slide" Target="/ppt/slides/slide2.xml" Id="R7c4d163f30d9487d" /><Relationship Type="http://schemas.openxmlformats.org/officeDocument/2006/relationships/slide" Target="/ppt/slides/slide3.xml" Id="R191c1be96f794cb7" /><Relationship Type="http://schemas.openxmlformats.org/officeDocument/2006/relationships/slide" Target="/ppt/slides/slide4.xml" Id="R6f3b00ddb00f4bee" /><Relationship Type="http://schemas.openxmlformats.org/officeDocument/2006/relationships/slide" Target="/ppt/slides/slide5.xml" Id="Rea02994f6be44fbe" /><Relationship Type="http://schemas.openxmlformats.org/officeDocument/2006/relationships/slide" Target="/ppt/slides/slide6.xml" Id="Rcbcd82ed3dae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9f43ae39c46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d8bf3bf4eb44d9" /><Relationship Type="http://schemas.openxmlformats.org/officeDocument/2006/relationships/notesMaster" Target="/ppt/notesMasters/notesMaster1.xml" Id="Redce0423fc394e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cf557d5ed49e4" /><Relationship Type="http://schemas.openxmlformats.org/officeDocument/2006/relationships/notesMaster" Target="/ppt/notesMasters/notesMaster1.xml" Id="Rbbdd4feb6b5847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981b9717c47ad" /><Relationship Type="http://schemas.openxmlformats.org/officeDocument/2006/relationships/notesMaster" Target="/ppt/notesMasters/notesMaster1.xml" Id="R7a03f5e11f9e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afe87aec804a69" /><Relationship Type="http://schemas.openxmlformats.org/officeDocument/2006/relationships/notesMaster" Target="/ppt/notesMasters/notesMaster1.xml" Id="Raa19c8d57416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3d64e0a8b9412d" /><Relationship Type="http://schemas.openxmlformats.org/officeDocument/2006/relationships/notesMaster" Target="/ppt/notesMasters/notesMaster1.xml" Id="Rc6f764cc2d954e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9b1fd9be6c4e25" /><Relationship Type="http://schemas.openxmlformats.org/officeDocument/2006/relationships/notesMaster" Target="/ppt/notesMasters/notesMaster1.xml" Id="R85c90febaf024e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cae3469d5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a6ad847ec47d0" /><Relationship Type="http://schemas.openxmlformats.org/officeDocument/2006/relationships/slideLayout" Target="/ppt/slideLayouts/slideLayout1.xml" Id="R73908892bcd14f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908892bcd14f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0fa6ddc854150" /><Relationship Type="http://schemas.openxmlformats.org/officeDocument/2006/relationships/notesSlide" Target="/ppt/notesSlides/notesSlide1.xml" Id="R3e3525e48015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2276008474ecf" /><Relationship Type="http://schemas.openxmlformats.org/officeDocument/2006/relationships/notesSlide" Target="/ppt/notesSlides/notesSlide2.xml" Id="Ra10052ec237d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6d792fcb647e7" /><Relationship Type="http://schemas.openxmlformats.org/officeDocument/2006/relationships/notesSlide" Target="/ppt/notesSlides/notesSlide3.xml" Id="R533acf7dd27842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2b83116f44675" /><Relationship Type="http://schemas.openxmlformats.org/officeDocument/2006/relationships/notesSlide" Target="/ppt/notesSlides/notesSlide4.xml" Id="Ra01260ca1825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c9372fca44b8b" /><Relationship Type="http://schemas.openxmlformats.org/officeDocument/2006/relationships/notesSlide" Target="/ppt/notesSlides/notesSlide5.xml" Id="R6bce891d5b4d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6f2b3cb2f418a" /><Relationship Type="http://schemas.openxmlformats.org/officeDocument/2006/relationships/notesSlide" Target="/ppt/notesSlides/notesSlide6.xml" Id="Reda04eb1623c42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3E150-BD6A-40C5-A463-E32A5E35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39B31-1F16-49F1-8430-7F529665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CE790-B0C3-4747-ACFD-B86CF6A2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59E35-1997-460E-8C21-6A75F13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60649-DE0A-450E-8172-AB3E31A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1CC7E-55FD-4CFE-A41C-806368F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FC640-3387-421C-AEF7-0DA77F23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12BC1-A27D-4572-808D-4917211B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09AE0-59D3-4ED6-999A-EDB30BF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B0046-E08B-4A3D-A0F2-CFA074B4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E8F52-933B-4D62-9D8F-51EBC75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4597D-C1D1-4042-B771-971425B0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B954B-195D-4529-A7C9-5D744A1E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6C2F2-549E-41DF-99DC-A9666E8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E4770-195A-417D-96C9-E32110D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B4E4A-EFC0-4F85-9704-D0C359F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66.7%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7AF44-F67C-46B8-AC7B-3444B8E3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06E65-50F1-4912-AAD9-7D07C04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34E5A-6F0C-4757-B0BE-1478838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Milestone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CRM Upgrade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1E459-A626-406B-BC51-44B7D72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380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D8E8B-A178-49C5-B3D2-6406E3E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2F25F-0D8B-4BDD-97E9-AD05FAC2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A713C-AA23-45CF-94FC-B97284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9AAAE-50A3-40E8-9BB7-3EE095C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3841B-471C-476B-A4E6-D598C02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84CDC-891B-4760-BA68-04B6EB6B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176DE-CAC8-4CD0-978B-456A086C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8D14B-ECCF-492D-A534-AF123AB7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9FE09-EBDA-49AD-8DB2-75D0EC67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7C8B5-1A71-400F-B6F0-289F6C8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1E24E-4D43-4F14-822C-05FF6FA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BB877-6B19-4D76-927E-A7E3365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08761-8CF7-4C71-9AF9-A128DF31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1B8DA-2BFC-4819-98AD-E94C1771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3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D4C85-8888-4B4F-81EF-1FEC5CA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AF935-7AE0-46E8-A9B0-F530C35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62.1/100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AAA82-93D2-4CE8-BEB8-9EA9C57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90CB7-EF3A-49AF-95EC-3A7DF4C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7B212-A694-49D2-B95E-F8BA099E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8E7E3-A2B5-4451-B143-8459FF4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BB5E1-A0BB-4CDF-98B1-0C048E8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3 analyzed project plans is 62.1/100. Validation against the embedded workbook health labels holds at 67%,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616FE-CAF9-42D7-8382-63F848C8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3631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E5D96-F1BB-407C-9FAF-BEA58E7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90835-40C9-449D-A43F-BA21487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62A53-14E4-4BFA-90D6-CC5AAEF0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339C2-8E51-4042-AE9A-2F1D5E5E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50451-A4BF-4181-9CDB-573CB217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61C5A-C76F-4050-BE3B-D86DE853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FE8D6-717F-4217-81B9-2510188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8EF1B-908B-4402-A5A1-4801AD9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1C12-1338-4B72-8EEC-10A9E78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C342F-67A6-4F46-8489-C94F528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E101-E363-4065-A3D0-E563EFDA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66AD0-DFF8-445A-91AF-A92C656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A481B-7046-4C07-AF52-E4249DC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6BF7B-4E5C-4000-B523-28EC286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77F5C-DBA2-4C8E-9BBD-5AFB8C7F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BDC9-F910-40AB-9B5B-EFDBAB58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259A4-6A2C-4C3D-9915-AC7FB35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are already more than two weeks behind, and 2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EE39D-3564-47DA-9D8B-5BC7308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0240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86E54-099B-4424-B403-8C249D8D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984F4-E598-4721-93FB-463DC672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1333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CRM Upgrade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91.1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26 points and the project is 18 days behind schedule</a:t>
                      </a:r>
                    </a:p>
                  </a:txBody>
                  <a:tcPr marL="91440" marR="91440" marT="45720" marB="4572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ERP Migration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74.4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15 points and the project is 12 days behind schedule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CD0E8-E57D-4BD1-9640-E947F41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456CA-C055-450C-B81F-AB283BF8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3803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DA1BC1-B734-491C-9021-A714EF45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5B91E-2E0D-4425-9929-79156A76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508DF-F3EA-4E03-8042-87FC9867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C289C-8D66-400B-984D-6E2F27C7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2E4C-5CFF-4626-8E7A-936D271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9B2DE-7D5F-473D-9BED-95BA0358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0285-FD58-41AE-8D09-0C8CF2A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EA67E-F0A4-44E0-A9B0-C2B91150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29521-A12A-472D-9CA5-18BBF559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4E61D-9EFF-46DC-9A64-D4B51A6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7FE70-0398-4187-957C-7E5003A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56A47-ACAB-4B48-BF07-735F64BD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A0301-793C-45A2-ABF9-4AE42EF2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30391-C95E-4AD7-BEE3-FBAFCC0F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1F64D-D7AE-4ED2-ADF1-5C9C75F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1602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669CA-473D-4BB2-8FE0-86DCE88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2DAF5-88F0-4D95-8728-F872000F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08F0F-BE99-4402-B221-EE4C60F5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4BEAC-7428-4F56-9A20-1479FFB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8C3ED-190F-4506-B414-A367CD25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The portfolio should remain mixed next month, but several amber projects could still move red if recovery plans are not enforced.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E309C-AE09-4D3B-8419-A3FC9B6E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0D5C5-7DD0-4132-BD39-85DA4E9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23F4A-E2F7-4608-AF27-F62DFBB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1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2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1 heavily blocked projects and narrow the 0.0-point reporting gap in the leading red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AA914-68A0-4027-89E0-35849BA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undefined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0FD33-1C54-4409-9FF8-53C0CDF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2285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2026-07-08T11:50:44.9580000Z</dcterms:created>
  <dcterms:modified xsi:type="dcterms:W3CDTF">2026-07-08T11:50:44.9580000Z</dcterms:modified>
</coreProperties>
</file>