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a65cd60d2481b" /><Relationship Type="http://schemas.openxmlformats.org/officeDocument/2006/relationships/extended-properties" Target="/docProps/app.xml" Id="Rb16ffdc22b494abf" /><Relationship Type="http://schemas.openxmlformats.org/officeDocument/2006/relationships/officeDocument" Target="/ppt/presentation.xml" Id="Ra22c1a307abf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7b180cddc448f"/>
  </p:sldMasterIdLst>
  <p:notesMasterIdLst>
    <p:notesMasterId xmlns:r="http://schemas.openxmlformats.org/officeDocument/2006/relationships" r:id="R11cbd70983264ac4"/>
  </p:notesMasterIdLst>
  <p:sldIdLst>
    <p:sldId xmlns:r="http://schemas.openxmlformats.org/officeDocument/2006/relationships" id="256" r:id="Rd15321637f02460d"/>
    <p:sldId xmlns:r="http://schemas.openxmlformats.org/officeDocument/2006/relationships" id="257" r:id="R3f91b6b6b41e4482"/>
    <p:sldId xmlns:r="http://schemas.openxmlformats.org/officeDocument/2006/relationships" id="258" r:id="Ra48b36ece5c74cde"/>
    <p:sldId xmlns:r="http://schemas.openxmlformats.org/officeDocument/2006/relationships" id="259" r:id="R9302117cf2d342bb"/>
    <p:sldId xmlns:r="http://schemas.openxmlformats.org/officeDocument/2006/relationships" id="260" r:id="R251c46606b9a423b"/>
    <p:sldId xmlns:r="http://schemas.openxmlformats.org/officeDocument/2006/relationships" id="261" r:id="Rfc4b7d20bb7141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063dc73954c3e" /><Relationship Type="http://schemas.openxmlformats.org/officeDocument/2006/relationships/slideMaster" Target="/ppt/slideMasters/slideMaster1.xml" Id="R8fd7b180cddc448f" /><Relationship Type="http://schemas.openxmlformats.org/officeDocument/2006/relationships/notesMaster" Target="/ppt/notesMasters/notesMaster1.xml" Id="R11cbd70983264ac4" /><Relationship Type="http://schemas.openxmlformats.org/officeDocument/2006/relationships/presProps" Target="/ppt/presProps.xml" Id="R2ec02d3f58224f1a" /><Relationship Type="http://schemas.openxmlformats.org/officeDocument/2006/relationships/tableStyles" Target="/ppt/tableStyles.xml" Id="R6c496e3c578f4185" /><Relationship Type="http://schemas.openxmlformats.org/officeDocument/2006/relationships/slide" Target="/ppt/slides/slide1.xml" Id="Rd15321637f02460d" /><Relationship Type="http://schemas.openxmlformats.org/officeDocument/2006/relationships/slide" Target="/ppt/slides/slide2.xml" Id="R3f91b6b6b41e4482" /><Relationship Type="http://schemas.openxmlformats.org/officeDocument/2006/relationships/slide" Target="/ppt/slides/slide3.xml" Id="Ra48b36ece5c74cde" /><Relationship Type="http://schemas.openxmlformats.org/officeDocument/2006/relationships/slide" Target="/ppt/slides/slide4.xml" Id="R9302117cf2d342bb" /><Relationship Type="http://schemas.openxmlformats.org/officeDocument/2006/relationships/slide" Target="/ppt/slides/slide5.xml" Id="R251c46606b9a423b" /><Relationship Type="http://schemas.openxmlformats.org/officeDocument/2006/relationships/slide" Target="/ppt/slides/slide6.xml" Id="Rfc4b7d20bb71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29aa1518c4e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ab5cc7286f4139" /><Relationship Type="http://schemas.openxmlformats.org/officeDocument/2006/relationships/notesMaster" Target="/ppt/notesMasters/notesMaster1.xml" Id="R77db869bc09e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a11768d624cbb" /><Relationship Type="http://schemas.openxmlformats.org/officeDocument/2006/relationships/notesMaster" Target="/ppt/notesMasters/notesMaster1.xml" Id="Rba1de33f450148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4891e3a33c4b05" /><Relationship Type="http://schemas.openxmlformats.org/officeDocument/2006/relationships/notesMaster" Target="/ppt/notesMasters/notesMaster1.xml" Id="R66ac4547a75a43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78acff9cee44d5" /><Relationship Type="http://schemas.openxmlformats.org/officeDocument/2006/relationships/notesMaster" Target="/ppt/notesMasters/notesMaster1.xml" Id="R032bf4edb5f741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08831ed89b49df" /><Relationship Type="http://schemas.openxmlformats.org/officeDocument/2006/relationships/notesMaster" Target="/ppt/notesMasters/notesMaster1.xml" Id="Rfef3ded642ee40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9b870a3174396" /><Relationship Type="http://schemas.openxmlformats.org/officeDocument/2006/relationships/notesMaster" Target="/ppt/notesMasters/notesMaster1.xml" Id="Race911e1a25f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3c94aae614e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86031b642488f" /><Relationship Type="http://schemas.openxmlformats.org/officeDocument/2006/relationships/slideLayout" Target="/ppt/slideLayouts/slideLayout1.xml" Id="R89f21e6bad3843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21e6bad3843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e73ec64474ec2" /><Relationship Type="http://schemas.openxmlformats.org/officeDocument/2006/relationships/notesSlide" Target="/ppt/notesSlides/notesSlide1.xml" Id="R3eaff34b2ecb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70dd920104cc6" /><Relationship Type="http://schemas.openxmlformats.org/officeDocument/2006/relationships/notesSlide" Target="/ppt/notesSlides/notesSlide2.xml" Id="R16ccb6843d1444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bfa2874bc4601" /><Relationship Type="http://schemas.openxmlformats.org/officeDocument/2006/relationships/notesSlide" Target="/ppt/notesSlides/notesSlide3.xml" Id="R0bed2cfebb6d4e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46e888794423" /><Relationship Type="http://schemas.openxmlformats.org/officeDocument/2006/relationships/notesSlide" Target="/ppt/notesSlides/notesSlide4.xml" Id="Rac3b6a45c73c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db67a99b24439" /><Relationship Type="http://schemas.openxmlformats.org/officeDocument/2006/relationships/notesSlide" Target="/ppt/notesSlides/notesSlide5.xml" Id="Rc4ed48882bdf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a742c24f640a2" /><Relationship Type="http://schemas.openxmlformats.org/officeDocument/2006/relationships/notesSlide" Target="/ppt/notesSlides/notesSlide6.xml" Id="R6bfa242c69f74a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E657A-BD92-4628-8165-8314661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24278-3457-4668-AD62-8C9FBD53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76AF9-458D-4BD7-B548-3B3335A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BE7D-853F-4D06-B6AC-CFB2C3AE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04CAC-A991-4F2C-A377-043D5E2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050AB-8285-400F-99AF-363683CC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7769E-2C43-4AC1-B4C5-490C6DC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762ED-DD08-4C92-9CBC-A4DEBB6F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F7E57-A8CD-44B9-B392-4C9EAF88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C1157-A8DC-46E5-8ADC-C9DC142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397C4-CDCB-4B85-9B79-20F5A96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757A5-BA0B-4438-B3B4-9837F194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74D65-26A6-4696-9AAD-5376A9EF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66F45-3709-400E-B763-447CDFBD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4F827-B21F-4DC9-8374-748214D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8B151-CF75-4E1A-BDF5-50A517E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100%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380FB-44F7-48F3-AEB2-ED1BC2E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98024-38FC-46CC-99AC-AB976B9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8E8E8-71CE-4D54-83BD-E1AA7CF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Risk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UniSan S2P implementation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71666-FF38-47A0-A4AE-EF582884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355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FF4E9-D0A8-4887-B502-6445E7F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6544-4159-4B63-A9C7-FEF623C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D5AF1-85F5-4F67-ABFB-E309F29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96C21-AA43-45D7-8B54-59AC617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25C8C-EBBE-4F41-8002-B51B189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AB171-6DBE-4988-9672-72FA38BF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6E4E9-4182-4C7D-80E2-8FDFB90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93A69-392A-498D-99B9-0A63B578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55A33-980E-408B-9F16-D746CE4F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840B-A475-4968-92F6-D0E4EDD0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5E0F6-8706-4B86-9EBB-7A01F68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52AF0-4BF4-4773-97F7-8B96E143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3FCB2-C02B-4194-9CC2-2CAA7341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AB3A7-2FF5-4319-8946-4E6C0F7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2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3F80D-C402-4115-BD0C-AB632CB4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D4E5E-EE35-4923-8282-BC2759B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53/100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53569-85C6-445F-8166-4C9422E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E10FB-BB57-4740-83CC-ABB43CAF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91C87-10D4-49CC-9483-62CD8CD2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00F23-C897-4413-8BF7-9549633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A03D2-CC9F-4B86-95BF-03BE509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2 analyzed project plans is 53/100. Validation against the embedded workbook health labels holds at 50%,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91573-43EF-4E73-8F0B-DC6B11B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8974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D7618-2DCC-473F-8CEA-FD78AF6C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E252-B378-44F1-8FA5-8C4DF743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BF306-35D9-44BA-8624-5D301FF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847D9-555B-4678-A303-629AF51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B6F6-0F53-4C79-BE90-3FD1D620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640C6-CAF5-4B3F-A26B-BD66BDA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6742D-3D86-4CA8-9F97-B892E165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CF546-D28A-435C-BA30-F71E5D83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85DC3-0B63-4674-9833-AC0CF38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EDD00-CB75-4D30-85B2-BA8504D6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061B6-DD99-433C-8DB6-EC16FD2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17A86-CEFB-4471-AB58-0F98BC32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32E68-636C-47D6-81DF-5E3996B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C0E23-826B-4F34-83E4-56712E2B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0D678-B275-449C-8FBF-8DC35A44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739A-601F-4CBF-8D69-FD9B2ED7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AE7E0-862C-4108-8F96-894AAC2E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are already more than two weeks behind, and 0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891D6-223D-4399-AAAE-12BDB5F4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9278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117AD-C9AF-48F9-94DE-A2457088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EE04-C3F9-4D62-B25A-6A7430EF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1333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Zycus - UniSan S2P 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68.1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About 61% of the plan duration has elapsed, while blended progress is 44% and 22% of due tasks are still incomplete</a:t>
                      </a:r>
                    </a:p>
                  </a:txBody>
                  <a:tcPr marL="91440" marR="91440" marT="45720" marB="4572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Zycus - Titan S2P 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The plan carries 16 critical risks and 24 high risks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C624-8243-4E7F-AA87-24AB682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C0AD9-5826-49EB-9E2E-A74A3A5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356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72DC0-6F23-4BE4-BD54-81C3D3E0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6E901-5207-4EEA-B308-D00BF63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E649E-C2C2-4A9F-8320-282F7AFD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588C-8F03-4E90-B484-DDF6C1F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A9088-F8AE-432C-91D5-00C6C7A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476D-8F4C-4DBD-9318-FAC381EF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2ABCD-D961-4240-A82A-F5EAB40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9C7BD-A098-4AE4-835A-62A80A03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1073-BA3B-484E-B5DD-D0CCD3E0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80664-E318-4946-9C49-C780D58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D9952-B8D7-4C83-A5BE-5180D8FC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9AF68-C0E0-4983-A223-E2FCA18F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F1756-CF5E-4DE2-92E5-24C873B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0C9DF-B56B-41DB-80FD-45CD1E28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FBBEC-4FD4-42AC-A29F-AD710A3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3006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C4234-21B4-4989-AD1F-34980020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7688F-C457-4D2E-B331-F7D580B2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B754B-C44A-4DAF-8CE5-EB437D2B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3BDEC-F98D-427A-A9EA-099C08E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9C15A-B1A1-46AA-9DF1-B5165F9D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Without intervention, the portfolio is likely to stay red-heavy next month because delay, cost, and blocker pressure are all elevated at the same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FE6E0-F1FC-4948-8D38-915EF1F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BA5AA-6E2C-436A-A2AA-187F28A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7AB8-407C-43E4-9803-496FBB8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1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0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0 heavily blocked projects and narrow the 0.4-point reporting gap in Zycus - UniSan S2P Implementation.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E707-F671-45EA-A041-0074591C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Red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1E10C-4275-4DCB-9569-7FA9F5AC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8539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2026-07-07T17:28:43.7230000Z</dcterms:created>
  <dcterms:modified xsi:type="dcterms:W3CDTF">2026-07-07T17:28:43.7230000Z</dcterms:modified>
</coreProperties>
</file>